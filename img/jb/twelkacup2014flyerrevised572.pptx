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100" d="100"/>
          <a:sy n="100" d="100"/>
        </p:scale>
        <p:origin x="-124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E3D0CFB-BBF6-42FE-BBBD-A0D2B74C5E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819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BE196F6-FA8A-49DE-8F42-4E2B598DB433}" type="slidenum">
              <a:rPr lang="en-US" smtClean="0"/>
              <a:pPr eaLnBrk="1" hangingPunct="1"/>
              <a:t>1</a:t>
            </a:fld>
            <a:endParaRPr lang="en-US" smtClean="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DD8AF1-DE3F-4C4B-9D46-B8A1D630A1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84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B180AE-B6D3-4F83-A3DF-ACA20925F7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32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53A401-79FA-45A5-B741-0100D915E7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56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548ADE-00F2-49BC-B8DD-CF737FEB68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21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6A4EE3-73CE-40FC-A6B9-51249834CE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3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F8CEE8-BAA0-4B0A-8A25-56C7C69CE6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5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29DAD5-D9F0-4DB3-8145-2365F0A441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03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7D271D-4EAF-4363-AA77-A9EED09B24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80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D6F11-B0B3-45C6-B173-0E1B3815C2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70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3166E4-9809-407F-8494-C6CB67903F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95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3DCC6-C626-4EA6-8799-65224CA892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59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E374D80-F5F4-4F15-B1E2-A31541CA44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ellen.lasch@gmail.com" TargetMode="External"/><Relationship Id="rId5" Type="http://schemas.openxmlformats.org/officeDocument/2006/relationships/hyperlink" Target="mailto:jrg07@aol.com" TargetMode="Externa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ChangeArrowheads="1"/>
          </p:cNvSpPr>
          <p:nvPr/>
        </p:nvSpPr>
        <p:spPr bwMode="auto">
          <a:xfrm>
            <a:off x="0" y="457200"/>
            <a:ext cx="9144000" cy="6858000"/>
          </a:xfrm>
          <a:prstGeom prst="rect">
            <a:avLst/>
          </a:prstGeom>
          <a:solidFill>
            <a:schemeClr val="bg1"/>
          </a:solidFill>
          <a:ln w="76200" cmpd="tri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051" name="Picture 6" descr="mongolian_ping_po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04800"/>
            <a:ext cx="327660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7" descr="Ledge End Inn, in Twilight Par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"/>
            <a:ext cx="2112963" cy="266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Rectangle 8"/>
          <p:cNvSpPr>
            <a:spLocks noChangeArrowheads="1"/>
          </p:cNvSpPr>
          <p:nvPr/>
        </p:nvSpPr>
        <p:spPr bwMode="auto">
          <a:xfrm>
            <a:off x="228600" y="3093820"/>
            <a:ext cx="8686800" cy="375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sz="1200" dirty="0">
                <a:latin typeface="+mj-lt"/>
              </a:rPr>
              <a:t>Hi Ping Pong Enthusiasts,</a:t>
            </a:r>
          </a:p>
          <a:p>
            <a:endParaRPr lang="en-US" sz="1200" b="1" dirty="0">
              <a:latin typeface="+mj-lt"/>
            </a:endParaRPr>
          </a:p>
          <a:p>
            <a:r>
              <a:rPr lang="en-US" sz="1200" dirty="0">
                <a:latin typeface="+mj-lt"/>
              </a:rPr>
              <a:t>The ultimate ping pong competition of the season is rapidly approaching: Twilight Park versus </a:t>
            </a:r>
            <a:r>
              <a:rPr lang="en-US" sz="1200" dirty="0" err="1">
                <a:latin typeface="+mj-lt"/>
              </a:rPr>
              <a:t>Elka</a:t>
            </a:r>
            <a:r>
              <a:rPr lang="en-US" sz="1200" dirty="0">
                <a:latin typeface="+mj-lt"/>
              </a:rPr>
              <a:t> Park on Sunday, </a:t>
            </a:r>
            <a:r>
              <a:rPr lang="en-US" sz="1200" dirty="0" smtClean="0">
                <a:latin typeface="+mj-lt"/>
              </a:rPr>
              <a:t>July 27</a:t>
            </a:r>
            <a:r>
              <a:rPr lang="en-US" sz="1200" baseline="30000" dirty="0" smtClean="0">
                <a:latin typeface="+mj-lt"/>
              </a:rPr>
              <a:t>th</a:t>
            </a:r>
            <a:r>
              <a:rPr lang="en-US" sz="1200" dirty="0" smtClean="0">
                <a:latin typeface="+mj-lt"/>
              </a:rPr>
              <a:t>, 2014 at </a:t>
            </a:r>
            <a:r>
              <a:rPr lang="en-US" sz="1200" dirty="0">
                <a:latin typeface="+mj-lt"/>
              </a:rPr>
              <a:t>2:00 pm in the </a:t>
            </a:r>
            <a:r>
              <a:rPr lang="en-US" sz="1200" dirty="0" err="1" smtClean="0">
                <a:latin typeface="+mj-lt"/>
              </a:rPr>
              <a:t>Elka</a:t>
            </a:r>
            <a:r>
              <a:rPr lang="en-US" sz="1200" dirty="0" smtClean="0">
                <a:latin typeface="+mj-lt"/>
              </a:rPr>
              <a:t> Park </a:t>
            </a:r>
            <a:r>
              <a:rPr lang="en-US" sz="1200" dirty="0">
                <a:latin typeface="+mj-lt"/>
              </a:rPr>
              <a:t>clubhouse, in pursuit of the vaunted </a:t>
            </a:r>
            <a:r>
              <a:rPr lang="en-US" sz="1200" b="1" dirty="0">
                <a:latin typeface="+mj-lt"/>
              </a:rPr>
              <a:t>TWELKA CUP! </a:t>
            </a:r>
            <a:r>
              <a:rPr lang="en-US" sz="1200" dirty="0">
                <a:latin typeface="+mj-lt"/>
              </a:rPr>
              <a:t> Now is the time for Twilight Cottagers and renters to sign up to play in the preliminary matches which will determine who  will represent Twilight Park in the finals.</a:t>
            </a:r>
          </a:p>
          <a:p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 Please call or email one of Twilight Park’s </a:t>
            </a:r>
            <a:r>
              <a:rPr lang="en-US" sz="1200" dirty="0" err="1">
                <a:latin typeface="+mj-lt"/>
              </a:rPr>
              <a:t>Twelka</a:t>
            </a:r>
            <a:r>
              <a:rPr lang="en-US" sz="1200" dirty="0">
                <a:latin typeface="+mj-lt"/>
              </a:rPr>
              <a:t> Cup Co-Captains to register, providing your name, phone number, email address, and tournament category (men (age 17 to whatever); women (age 17 to whatever); kids (age 12 through 16); and kids (age 11 and under). </a:t>
            </a:r>
          </a:p>
          <a:p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                                                            </a:t>
            </a:r>
            <a:r>
              <a:rPr lang="en-US" sz="1200" dirty="0" smtClean="0">
                <a:latin typeface="+mj-lt"/>
              </a:rPr>
              <a:t>  </a:t>
            </a:r>
            <a:r>
              <a:rPr lang="en-US" sz="1200" dirty="0">
                <a:latin typeface="+mj-lt"/>
              </a:rPr>
              <a:t>John Gordon  </a:t>
            </a:r>
            <a:r>
              <a:rPr lang="en-US" sz="1000" dirty="0">
                <a:latin typeface="+mj-lt"/>
              </a:rPr>
              <a:t>518 589-6540  or </a:t>
            </a:r>
            <a:r>
              <a:rPr lang="en-US" sz="1000" dirty="0">
                <a:latin typeface="+mj-lt"/>
                <a:hlinkClick r:id="rId5"/>
              </a:rPr>
              <a:t>jrg07@aol.com</a:t>
            </a:r>
            <a:endParaRPr lang="en-US" sz="1000" dirty="0">
              <a:latin typeface="+mj-lt"/>
            </a:endParaRPr>
          </a:p>
          <a:p>
            <a:pPr algn="ctr"/>
            <a:r>
              <a:rPr lang="en-US" sz="1200" dirty="0" smtClean="0">
                <a:latin typeface="+mj-lt"/>
              </a:rPr>
              <a:t>  </a:t>
            </a:r>
            <a:r>
              <a:rPr lang="en-US" sz="1200" dirty="0">
                <a:latin typeface="+mj-lt"/>
              </a:rPr>
              <a:t>Ellen </a:t>
            </a:r>
            <a:r>
              <a:rPr lang="en-US" sz="1200" dirty="0" err="1">
                <a:latin typeface="+mj-lt"/>
              </a:rPr>
              <a:t>Lasch</a:t>
            </a:r>
            <a:r>
              <a:rPr lang="en-US" sz="1200" dirty="0">
                <a:latin typeface="+mj-lt"/>
              </a:rPr>
              <a:t>   </a:t>
            </a:r>
            <a:r>
              <a:rPr lang="en-US" sz="1000" dirty="0">
                <a:latin typeface="+mj-lt"/>
              </a:rPr>
              <a:t>518 589-5270  or </a:t>
            </a:r>
            <a:r>
              <a:rPr lang="en-US" sz="1000" dirty="0" smtClean="0">
                <a:latin typeface="+mj-lt"/>
                <a:hlinkClick r:id="rId6"/>
              </a:rPr>
              <a:t>ellen.lasch@gmail.com</a:t>
            </a:r>
            <a:endParaRPr lang="en-US" sz="1000" dirty="0" smtClean="0">
              <a:latin typeface="+mj-lt"/>
            </a:endParaRPr>
          </a:p>
          <a:p>
            <a:pPr algn="ctr"/>
            <a:endParaRPr lang="en-US" sz="1000" dirty="0">
              <a:latin typeface="+mj-lt"/>
            </a:endParaRPr>
          </a:p>
          <a:p>
            <a:pPr algn="ctr"/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          </a:t>
            </a:r>
          </a:p>
          <a:p>
            <a:r>
              <a:rPr lang="en-US" sz="1200" dirty="0">
                <a:latin typeface="+mj-lt"/>
              </a:rPr>
              <a:t> </a:t>
            </a:r>
            <a:r>
              <a:rPr lang="en-US" sz="1200" b="1" dirty="0" err="1">
                <a:latin typeface="+mj-lt"/>
              </a:rPr>
              <a:t>Twelka</a:t>
            </a:r>
            <a:r>
              <a:rPr lang="en-US" sz="1200" b="1" dirty="0">
                <a:latin typeface="+mj-lt"/>
              </a:rPr>
              <a:t> Cup participants should register with John or Ellen as soon as possible, but no later than </a:t>
            </a:r>
            <a:r>
              <a:rPr lang="en-US" sz="1200" b="1" dirty="0" smtClean="0">
                <a:latin typeface="+mj-lt"/>
              </a:rPr>
              <a:t> Monday, July 7</a:t>
            </a:r>
            <a:r>
              <a:rPr lang="en-US" sz="1200" b="1" baseline="30000" dirty="0" smtClean="0">
                <a:latin typeface="+mj-lt"/>
              </a:rPr>
              <a:t>th</a:t>
            </a:r>
            <a:r>
              <a:rPr lang="en-US" sz="1200" b="1" dirty="0" smtClean="0">
                <a:latin typeface="+mj-lt"/>
              </a:rPr>
              <a:t>, 2014.  </a:t>
            </a:r>
            <a:r>
              <a:rPr lang="en-US" sz="1200" b="1" dirty="0">
                <a:latin typeface="+mj-lt"/>
              </a:rPr>
              <a:t>Those registering must be available for the finals on </a:t>
            </a:r>
            <a:r>
              <a:rPr lang="en-US" sz="1200" b="1" dirty="0" smtClean="0">
                <a:latin typeface="+mj-lt"/>
              </a:rPr>
              <a:t>July 27th, </a:t>
            </a:r>
            <a:r>
              <a:rPr lang="en-US" sz="1200" b="1" dirty="0">
                <a:latin typeface="+mj-lt"/>
              </a:rPr>
              <a:t>and should also be (somewhat) available for practice and play during </a:t>
            </a:r>
            <a:r>
              <a:rPr lang="en-US" sz="1200" b="1" dirty="0" smtClean="0">
                <a:latin typeface="+mj-lt"/>
              </a:rPr>
              <a:t>most </a:t>
            </a:r>
            <a:r>
              <a:rPr lang="en-US" sz="1200" b="1" dirty="0">
                <a:latin typeface="+mj-lt"/>
              </a:rPr>
              <a:t>of </a:t>
            </a:r>
            <a:r>
              <a:rPr lang="en-US" sz="1200" b="1" dirty="0" smtClean="0">
                <a:latin typeface="+mj-lt"/>
              </a:rPr>
              <a:t>July.</a:t>
            </a:r>
            <a:endParaRPr lang="en-US" sz="1200" b="1" dirty="0">
              <a:latin typeface="+mj-lt"/>
            </a:endParaRPr>
          </a:p>
          <a:p>
            <a:endParaRPr lang="en-US" sz="1200" b="1" dirty="0">
              <a:latin typeface="+mj-lt"/>
            </a:endParaRPr>
          </a:p>
          <a:p>
            <a:r>
              <a:rPr lang="en-US" sz="1200" b="1" dirty="0">
                <a:latin typeface="+mj-lt"/>
              </a:rPr>
              <a:t> </a:t>
            </a:r>
            <a:r>
              <a:rPr lang="en-US" sz="1200" dirty="0">
                <a:latin typeface="+mj-lt"/>
              </a:rPr>
              <a:t> Thanks in advance for your support </a:t>
            </a:r>
            <a:r>
              <a:rPr lang="en-US" sz="1200" dirty="0" smtClean="0">
                <a:latin typeface="+mj-lt"/>
              </a:rPr>
              <a:t>in once again returning </a:t>
            </a:r>
            <a:r>
              <a:rPr lang="en-US" sz="1200" dirty="0">
                <a:latin typeface="+mj-lt"/>
              </a:rPr>
              <a:t>the </a:t>
            </a:r>
            <a:r>
              <a:rPr lang="en-US" sz="1200" dirty="0" err="1">
                <a:latin typeface="+mj-lt"/>
              </a:rPr>
              <a:t>Twelka</a:t>
            </a:r>
            <a:r>
              <a:rPr lang="en-US" sz="1200" dirty="0">
                <a:latin typeface="+mj-lt"/>
              </a:rPr>
              <a:t> Cup to Twilight Park </a:t>
            </a:r>
            <a:r>
              <a:rPr lang="en-US" sz="1200">
                <a:latin typeface="+mj-lt"/>
              </a:rPr>
              <a:t>in </a:t>
            </a:r>
            <a:r>
              <a:rPr lang="en-US" sz="1200" smtClean="0">
                <a:latin typeface="+mj-lt"/>
              </a:rPr>
              <a:t>2014!</a:t>
            </a:r>
            <a:endParaRPr lang="en-US" sz="1200" dirty="0">
              <a:latin typeface="+mj-lt"/>
            </a:endParaRPr>
          </a:p>
        </p:txBody>
      </p:sp>
      <p:sp>
        <p:nvSpPr>
          <p:cNvPr id="2054" name="Text Box 9"/>
          <p:cNvSpPr txBox="1">
            <a:spLocks noChangeArrowheads="1"/>
          </p:cNvSpPr>
          <p:nvPr/>
        </p:nvSpPr>
        <p:spPr bwMode="auto">
          <a:xfrm>
            <a:off x="2286000" y="2362200"/>
            <a:ext cx="3352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 b="1">
                <a:latin typeface="Monotype Corsiva" pitchFamily="66" charset="0"/>
              </a:rPr>
              <a:t>Ping Pong Competition</a:t>
            </a:r>
            <a:endParaRPr lang="en-US" sz="2000">
              <a:latin typeface="Monotype Corsiva" pitchFamily="66" charset="0"/>
            </a:endParaRPr>
          </a:p>
          <a:p>
            <a:pPr algn="ctr" eaLnBrk="1" hangingPunct="1"/>
            <a:r>
              <a:rPr lang="en-US" sz="2000" b="1">
                <a:latin typeface="Monotype Corsiva" pitchFamily="66" charset="0"/>
              </a:rPr>
              <a:t>In Pursuit of the Twelka Cup</a:t>
            </a:r>
            <a:endParaRPr lang="en-US" sz="2000">
              <a:latin typeface="Monotype Corsiva" pitchFamily="66" charset="0"/>
            </a:endParaRPr>
          </a:p>
        </p:txBody>
      </p:sp>
      <p:pic>
        <p:nvPicPr>
          <p:cNvPr id="2055" name="Picture 10" descr="ping-pong-olivet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04800"/>
            <a:ext cx="20383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welkaCup2012flyerrevised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TwelkaCup2012flyerrevised</Template>
  <TotalTime>9</TotalTime>
  <Words>234</Words>
  <Application>Microsoft Office PowerPoint</Application>
  <PresentationFormat>On-screen Show (4:3)</PresentationFormat>
  <Paragraphs>17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TwelkaCup2012flyerrevised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</dc:creator>
  <cp:lastModifiedBy>Nmonaco</cp:lastModifiedBy>
  <cp:revision>4</cp:revision>
  <cp:lastPrinted>2012-05-06T19:47:43Z</cp:lastPrinted>
  <dcterms:created xsi:type="dcterms:W3CDTF">2012-05-06T20:01:10Z</dcterms:created>
  <dcterms:modified xsi:type="dcterms:W3CDTF">2014-06-18T15:03:59Z</dcterms:modified>
</cp:coreProperties>
</file>